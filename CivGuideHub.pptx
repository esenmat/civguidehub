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996-BC11-48D9-8AC5-3DA2E1D4666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E0C1-2924-4584-B51A-9387FFEBD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521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996-BC11-48D9-8AC5-3DA2E1D4666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E0C1-2924-4584-B51A-9387FFEBD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36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996-BC11-48D9-8AC5-3DA2E1D4666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E0C1-2924-4584-B51A-9387FFEBD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6433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996-BC11-48D9-8AC5-3DA2E1D4666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E0C1-2924-4584-B51A-9387FFEBD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165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996-BC11-48D9-8AC5-3DA2E1D4666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E0C1-2924-4584-B51A-9387FFEBD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881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996-BC11-48D9-8AC5-3DA2E1D4666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E0C1-2924-4584-B51A-9387FFEBD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996-BC11-48D9-8AC5-3DA2E1D4666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E0C1-2924-4584-B51A-9387FFEBD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8539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996-BC11-48D9-8AC5-3DA2E1D4666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E0C1-2924-4584-B51A-9387FFEBD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066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996-BC11-48D9-8AC5-3DA2E1D4666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E0C1-2924-4584-B51A-9387FFEBD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22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996-BC11-48D9-8AC5-3DA2E1D4666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E0C1-2924-4584-B51A-9387FFEBD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41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996-BC11-48D9-8AC5-3DA2E1D4666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E0C1-2924-4584-B51A-9387FFEBD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656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996-BC11-48D9-8AC5-3DA2E1D4666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E0C1-2924-4584-B51A-9387FFEBD0F4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76446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996-BC11-48D9-8AC5-3DA2E1D4666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E0C1-2924-4584-B51A-9387FFEBD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472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996-BC11-48D9-8AC5-3DA2E1D4666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E0C1-2924-4584-B51A-9387FFEBD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0769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996-BC11-48D9-8AC5-3DA2E1D4666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E0C1-2924-4584-B51A-9387FFEBD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9867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996-BC11-48D9-8AC5-3DA2E1D4666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E0C1-2924-4584-B51A-9387FFEBD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63906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61996-BC11-48D9-8AC5-3DA2E1D4666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E0C1-2924-4584-B51A-9387FFEBD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7338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A861996-BC11-48D9-8AC5-3DA2E1D4666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7E1E0C1-2924-4584-B51A-9387FFEBD0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09822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29F1AD6-E60A-4209-A6A8-B5FFEADA6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1314"/>
            <a:ext cx="10515600" cy="993892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CivGuideHub</a:t>
            </a:r>
            <a:endParaRPr lang="ru-RU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20C26-BFC8-4292-8A37-FC7E0843971E}"/>
              </a:ext>
            </a:extLst>
          </p:cNvPr>
          <p:cNvSpPr txBox="1"/>
          <p:nvPr/>
        </p:nvSpPr>
        <p:spPr>
          <a:xfrm>
            <a:off x="8296712" y="4991450"/>
            <a:ext cx="3271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Разработал: Есенков Матвей</a:t>
            </a:r>
          </a:p>
          <a:p>
            <a:r>
              <a:rPr lang="ru-RU" dirty="0"/>
              <a:t>Дата защиты: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16.05.2026</a:t>
            </a:r>
          </a:p>
        </p:txBody>
      </p:sp>
    </p:spTree>
    <p:extLst>
      <p:ext uri="{BB962C8B-B14F-4D97-AF65-F5344CB8AC3E}">
        <p14:creationId xmlns:p14="http://schemas.microsoft.com/office/powerpoint/2010/main" val="4059261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A845A-397F-4FDC-9775-C8699219B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01613"/>
          </a:xfrm>
        </p:spPr>
        <p:txBody>
          <a:bodyPr/>
          <a:lstStyle/>
          <a:p>
            <a:pPr algn="ctr"/>
            <a:r>
              <a:rPr lang="ru-RU" dirty="0"/>
              <a:t>Описание функционала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9AFD2E-3392-45AA-B234-B1FC2E411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85519"/>
            <a:ext cx="10514012" cy="121640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err="1"/>
              <a:t>CivGuideHub</a:t>
            </a:r>
            <a:r>
              <a:rPr lang="ru-RU" sz="2400" dirty="0"/>
              <a:t> – это веб-приложение, созданное на </a:t>
            </a:r>
            <a:r>
              <a:rPr lang="en-US" sz="2400" dirty="0"/>
              <a:t>python </a:t>
            </a:r>
            <a:r>
              <a:rPr lang="ru-RU" sz="2400" dirty="0"/>
              <a:t>с использованием библиотек </a:t>
            </a:r>
            <a:r>
              <a:rPr lang="en-US" sz="2400" dirty="0"/>
              <a:t>flask, </a:t>
            </a:r>
            <a:r>
              <a:rPr lang="en-US" sz="2400" dirty="0" err="1"/>
              <a:t>sqlachemy</a:t>
            </a:r>
            <a:r>
              <a:rPr lang="en-US" sz="2400" dirty="0"/>
              <a:t>. </a:t>
            </a:r>
            <a:r>
              <a:rPr lang="ru-RU" sz="2400" dirty="0"/>
              <a:t>Оно представляет собой площадку, на которой пользователи могут создавать свои руководства по цивилизации и просматривать их.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DF0128-889F-453C-AD2B-9D8E747B9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7" y="3126995"/>
            <a:ext cx="10636352" cy="336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89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A845A-397F-4FDC-9775-C8699219B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01613"/>
          </a:xfrm>
        </p:spPr>
        <p:txBody>
          <a:bodyPr/>
          <a:lstStyle/>
          <a:p>
            <a:pPr algn="ctr"/>
            <a:r>
              <a:rPr lang="ru-RU" dirty="0"/>
              <a:t>Структура приложения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9AFD2E-3392-45AA-B234-B1FC2E411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85519"/>
            <a:ext cx="10514012" cy="1937857"/>
          </a:xfrm>
        </p:spPr>
        <p:txBody>
          <a:bodyPr>
            <a:normAutofit fontScale="85000" lnSpcReduction="10000"/>
          </a:bodyPr>
          <a:lstStyle/>
          <a:p>
            <a:r>
              <a:rPr lang="ru-RU" sz="2400" dirty="0"/>
              <a:t>Структура сайта для авторизованных и неавторизованных пользователей различается:</a:t>
            </a:r>
          </a:p>
          <a:p>
            <a:pPr marL="457200" indent="-457200">
              <a:buAutoNum type="arabicParenR"/>
            </a:pPr>
            <a:r>
              <a:rPr lang="ru-RU" sz="2400" dirty="0"/>
              <a:t>Неавторизованные пользователи могут только просматривать гайды и </a:t>
            </a:r>
            <a:r>
              <a:rPr lang="ru-RU" sz="2400" dirty="0" err="1"/>
              <a:t>челленджи</a:t>
            </a:r>
            <a:r>
              <a:rPr lang="ru-RU" sz="2400" dirty="0"/>
              <a:t>, создавать/заходить в аккаунт </a:t>
            </a:r>
          </a:p>
          <a:p>
            <a:pPr marL="457200" indent="-457200">
              <a:buAutoNum type="arabicParenR"/>
            </a:pPr>
            <a:r>
              <a:rPr lang="ru-RU" sz="2400" dirty="0"/>
              <a:t>Авторизованные пользователи могут добавлять свои гайды (у них появляется специальный раздел в навигации), изменять/удалять гайды, изменять профиль, выходить из аккаунта.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9E2CE7-980E-40B9-B8E1-72DD33F0D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7" y="3561125"/>
            <a:ext cx="3210711" cy="32968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0DD33A-8F94-4B88-9D15-8F59151E9487}"/>
              </a:ext>
            </a:extLst>
          </p:cNvPr>
          <p:cNvSpPr txBox="1"/>
          <p:nvPr/>
        </p:nvSpPr>
        <p:spPr>
          <a:xfrm>
            <a:off x="5587068" y="3561125"/>
            <a:ext cx="2432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Форма авторизации.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D7AD0B51-4221-4EDF-B783-AD3856D960B2}"/>
              </a:ext>
            </a:extLst>
          </p:cNvPr>
          <p:cNvCxnSpPr>
            <a:stCxn id="8" idx="1"/>
          </p:cNvCxnSpPr>
          <p:nvPr/>
        </p:nvCxnSpPr>
        <p:spPr>
          <a:xfrm flipH="1">
            <a:off x="4269996" y="3745791"/>
            <a:ext cx="1317072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462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A845A-397F-4FDC-9775-C8699219B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01613"/>
          </a:xfrm>
        </p:spPr>
        <p:txBody>
          <a:bodyPr/>
          <a:lstStyle/>
          <a:p>
            <a:pPr algn="ctr"/>
            <a:r>
              <a:rPr lang="ru-RU" dirty="0"/>
              <a:t>Схема приложения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CEE8F54-C865-43A4-9CFC-D9A85F55D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62" y="1328737"/>
            <a:ext cx="1020127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08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A845A-397F-4FDC-9775-C8699219B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01613"/>
          </a:xfrm>
        </p:spPr>
        <p:txBody>
          <a:bodyPr/>
          <a:lstStyle/>
          <a:p>
            <a:pPr algn="ctr"/>
            <a:r>
              <a:rPr lang="ru-RU" dirty="0"/>
              <a:t>Схема БД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FA9B947-AB86-491D-815D-9096B14C8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33" y="1165195"/>
            <a:ext cx="6544588" cy="187668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B54DE5-0A9E-470B-82C9-3CFF57AC0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33" y="3098898"/>
            <a:ext cx="6544588" cy="148610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6CA0435-B856-4D07-B4E0-B34C8D511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34" y="4749698"/>
            <a:ext cx="6544588" cy="188621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FD20363-355D-4DB5-BB4C-661BF4A55E92}"/>
              </a:ext>
            </a:extLst>
          </p:cNvPr>
          <p:cNvSpPr txBox="1"/>
          <p:nvPr/>
        </p:nvSpPr>
        <p:spPr>
          <a:xfrm>
            <a:off x="7415868" y="1677798"/>
            <a:ext cx="2952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Таблица гайдов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64F6A4-DEC4-4E6A-82B3-8D6670EC1C0C}"/>
              </a:ext>
            </a:extLst>
          </p:cNvPr>
          <p:cNvSpPr txBox="1"/>
          <p:nvPr/>
        </p:nvSpPr>
        <p:spPr>
          <a:xfrm>
            <a:off x="7415867" y="3657285"/>
            <a:ext cx="2952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Таблица картинок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DD4DA3-CE62-4CF2-B31A-71F19FBA085D}"/>
              </a:ext>
            </a:extLst>
          </p:cNvPr>
          <p:cNvSpPr txBox="1"/>
          <p:nvPr/>
        </p:nvSpPr>
        <p:spPr>
          <a:xfrm>
            <a:off x="7415867" y="5508138"/>
            <a:ext cx="2952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Таблица пользователей</a:t>
            </a:r>
          </a:p>
        </p:txBody>
      </p:sp>
    </p:spTree>
    <p:extLst>
      <p:ext uri="{BB962C8B-B14F-4D97-AF65-F5344CB8AC3E}">
        <p14:creationId xmlns:p14="http://schemas.microsoft.com/office/powerpoint/2010/main" val="3115005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A845A-397F-4FDC-9775-C8699219B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01613"/>
          </a:xfrm>
        </p:spPr>
        <p:txBody>
          <a:bodyPr/>
          <a:lstStyle/>
          <a:p>
            <a:pPr algn="ctr"/>
            <a:r>
              <a:rPr lang="ru-RU" dirty="0"/>
              <a:t>Используемые технологии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9AFD2E-3392-45AA-B234-B1FC2E411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994" y="1333850"/>
            <a:ext cx="10514012" cy="1216403"/>
          </a:xfrm>
        </p:spPr>
        <p:txBody>
          <a:bodyPr>
            <a:normAutofit/>
          </a:bodyPr>
          <a:lstStyle/>
          <a:p>
            <a:r>
              <a:rPr lang="en-US" sz="2400" dirty="0"/>
              <a:t>Python 3.12, Flask</a:t>
            </a:r>
            <a:r>
              <a:rPr lang="ru-RU" sz="2400" dirty="0"/>
              <a:t>, </a:t>
            </a:r>
            <a:r>
              <a:rPr lang="en-US" sz="2400" dirty="0" err="1"/>
              <a:t>SQLachemy</a:t>
            </a:r>
            <a:r>
              <a:rPr lang="en-US" sz="2400" dirty="0"/>
              <a:t>, Jinja2.</a:t>
            </a:r>
            <a:endParaRPr lang="ru-RU" sz="2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B504FCF-2041-46F7-909E-08AEF6618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876" y="1426127"/>
            <a:ext cx="3872692" cy="529446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16A451D-98C9-4738-8E22-BB9B2F94D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592832"/>
            <a:ext cx="7966876" cy="326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68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A845A-397F-4FDC-9775-C8699219B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01613"/>
          </a:xfrm>
        </p:spPr>
        <p:txBody>
          <a:bodyPr/>
          <a:lstStyle/>
          <a:p>
            <a:pPr algn="ctr"/>
            <a:r>
              <a:rPr lang="ru-RU" dirty="0"/>
              <a:t>Варианты развития приложения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9AFD2E-3392-45AA-B234-B1FC2E411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85519"/>
            <a:ext cx="10514012" cy="1551964"/>
          </a:xfrm>
        </p:spPr>
        <p:txBody>
          <a:bodyPr>
            <a:normAutofit/>
          </a:bodyPr>
          <a:lstStyle/>
          <a:p>
            <a:r>
              <a:rPr lang="ru-RU" sz="2400" dirty="0"/>
              <a:t>В дальнейшем планируется добавить возможность оставлять комментарии к гайдам, переработать систему картинок: сделать чтобы пользователи могли загружать картинки со своего устройства, а не только те, которые находятся в папке проекта</a:t>
            </a:r>
            <a:r>
              <a:rPr lang="en-US" sz="2400" dirty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346802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436A43-3716-464C-B468-02F24EB53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7582" y="1602297"/>
            <a:ext cx="7239700" cy="2843868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567429854"/>
      </p:ext>
    </p:extLst>
  </p:cSld>
  <p:clrMapOvr>
    <a:masterClrMapping/>
  </p:clrMapOvr>
</p:sld>
</file>

<file path=ppt/theme/theme1.xml><?xml version="1.0" encoding="utf-8"?>
<a:theme xmlns:a="http://schemas.openxmlformats.org/drawingml/2006/main" name="Глубина">
  <a:themeElements>
    <a:clrScheme name="Глубина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Глубина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убина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TM04033923[[fn=Глубина]]</Template>
  <TotalTime>74</TotalTime>
  <Words>162</Words>
  <Application>Microsoft Office PowerPoint</Application>
  <PresentationFormat>Широкоэкранный</PresentationFormat>
  <Paragraphs>20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Corbel</vt:lpstr>
      <vt:lpstr>Глубина</vt:lpstr>
      <vt:lpstr>CivGuideHub</vt:lpstr>
      <vt:lpstr>Описание функционала</vt:lpstr>
      <vt:lpstr>Структура приложения</vt:lpstr>
      <vt:lpstr>Схема приложения</vt:lpstr>
      <vt:lpstr>Схема БД</vt:lpstr>
      <vt:lpstr>Используемые технологии</vt:lpstr>
      <vt:lpstr>Варианты развития приложения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CivGuideHub</dc:title>
  <dc:creator>Матвей Есенков</dc:creator>
  <cp:lastModifiedBy>Матвей Есенков</cp:lastModifiedBy>
  <cp:revision>7</cp:revision>
  <dcterms:created xsi:type="dcterms:W3CDTF">2026-05-15T14:18:09Z</dcterms:created>
  <dcterms:modified xsi:type="dcterms:W3CDTF">2026-05-15T15:32:13Z</dcterms:modified>
</cp:coreProperties>
</file>